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 type="screen16x9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
<Relationship Id="rId3" Type="http://schemas.openxmlformats.org/officeDocument/2006/relationships/theme" Target="theme/theme1.xml"/>
<Relationship Id="rId4" Type="http://schemas.openxmlformats.org/officeDocument/2006/relationships/presProps" Target="presProps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ramed">
    <p:spTree>
      <p:nvGrpSpPr>
        <p:cNvPr id="1" name=""/>
        <p:cNvGrpSpPr/>
        <p:nvPr/>
      </p:nvGrpSpPr>
      <p:grpSpPr/>
      <p:sp>
        <p:nvSpPr>
          <p:cNvPr id="2" name="Headline"/>
          <p:cNvSpPr>
            <a:spLocks noGrp="1"/>
          </p:cNvSpPr>
          <p:nvPr>
            <p:ph type="title"/>
          </p:nvPr>
        </p:nvSpPr>
        <p:spPr>
          <a:xfrm>
            <a:off x="536448" y="432054"/>
            <a:ext cx="8534400" cy="822960"/>
          </a:xfrm>
        </p:spPr>
        <p:txBody>
          <a:bodyPr/>
          <a:lstStyle/>
          <a:p>
            <a:r>
              <a:rPr lang="en-US"/>
              <a:t>Headline</a:t>
            </a:r>
          </a:p>
        </p:txBody>
      </p:sp>
      <p:sp>
        <p:nvSpPr>
          <p:cNvPr id="3" name="Body"/>
          <p:cNvSpPr>
            <a:spLocks noGrp="1"/>
          </p:cNvSpPr>
          <p:nvPr>
            <p:ph type="body" idx="1"/>
          </p:nvPr>
        </p:nvSpPr>
        <p:spPr>
          <a:xfrm>
            <a:off x="536448" y="1522476"/>
            <a:ext cx="11106912" cy="4389120"/>
          </a:xfrm>
        </p:spPr>
        <p:txBody>
          <a:bodyPr/>
          <a:lstStyle/>
          <a:p>
            <a:r>
              <a:rPr lang="en-US"/>
              <a:t>Body</a:t>
            </a:r>
          </a:p>
        </p:txBody>
      </p:sp>
      <p:sp>
        <p:nvSpPr>
          <p:cNvPr id="4" name="Footer"/>
          <p:cNvSpPr>
            <a:spLocks noGrp="1"/>
          </p:cNvSpPr>
          <p:nvPr>
            <p:ph type="body" idx="2"/>
          </p:nvPr>
        </p:nvSpPr>
        <p:spPr>
          <a:xfrm>
            <a:off x="536448" y="6343650"/>
            <a:ext cx="9753600" cy="342900"/>
          </a:xfrm>
        </p:spPr>
        <p:txBody>
          <a:bodyPr/>
          <a:lstStyle/>
          <a:p>
            <a:r>
              <a:rPr lang="en-US"/>
              <a:t>Footer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-cols">
    <p:spTree>
      <p:nvGrpSpPr>
        <p:cNvPr id="1" name=""/>
        <p:cNvGrpSpPr/>
        <p:nvPr/>
      </p:nvGrpSpPr>
      <p:grpSpPr/>
      <p:sp>
        <p:nvSpPr>
          <p:cNvPr id="2" name="Headline"/>
          <p:cNvSpPr>
            <a:spLocks noGrp="1"/>
          </p:cNvSpPr>
          <p:nvPr>
            <p:ph type="title"/>
          </p:nvPr>
        </p:nvSpPr>
        <p:spPr>
          <a:xfrm>
            <a:off x="536448" y="432054"/>
            <a:ext cx="11106912" cy="822960"/>
          </a:xfrm>
        </p:spPr>
        <p:txBody>
          <a:bodyPr/>
          <a:lstStyle/>
          <a:p>
            <a:r>
              <a:rPr lang="en-US"/>
              <a:t>Headline</a:t>
            </a:r>
          </a:p>
        </p:txBody>
      </p:sp>
      <p:sp>
        <p:nvSpPr>
          <p:cNvPr id="3" name="Left"/>
          <p:cNvSpPr>
            <a:spLocks noGrp="1"/>
          </p:cNvSpPr>
          <p:nvPr>
            <p:ph type="body" idx="1"/>
          </p:nvPr>
        </p:nvSpPr>
        <p:spPr>
          <a:xfrm>
            <a:off x="536448" y="1522476"/>
            <a:ext cx="5242560" cy="4389120"/>
          </a:xfrm>
        </p:spPr>
        <p:txBody>
          <a:bodyPr/>
          <a:lstStyle/>
          <a:p>
            <a:r>
              <a:rPr lang="en-US"/>
              <a:t>Left</a:t>
            </a:r>
          </a:p>
        </p:txBody>
      </p:sp>
      <p:sp>
        <p:nvSpPr>
          <p:cNvPr id="4" name="Right"/>
          <p:cNvSpPr>
            <a:spLocks noGrp="1"/>
          </p:cNvSpPr>
          <p:nvPr>
            <p:ph type="body" idx="2"/>
          </p:nvPr>
        </p:nvSpPr>
        <p:spPr>
          <a:xfrm>
            <a:off x="6412992" y="1522476"/>
            <a:ext cx="5242560" cy="4389120"/>
          </a:xfrm>
        </p:spPr>
        <p:txBody>
          <a:bodyPr/>
          <a:lstStyle/>
          <a:p>
            <a:r>
              <a:rPr lang="en-US"/>
              <a:t>Right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slideLayout" Target="../slideLayouts/slideLayout2.xml"/>
<Relationship Id="rId3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Placeholder"/>
          <p:cNvSpPr>
            <a:spLocks noGrp="1"/>
          </p:cNvSpPr>
          <p:nvPr>
            <p:ph type="title"/>
          </p:nvPr>
        </p:nvSpPr>
        <p:spPr>
          <a:xfrm>
            <a:off x="536448" y="432054"/>
            <a:ext cx="8534400" cy="822960"/>
          </a:xfrm>
        </p:spPr>
        <p:txBody>
          <a:bodyPr/>
          <a:lstStyle/>
          <a:p>
            <a:r>
              <a:rPr lang="en-US"/>
              <a:t>Master title</a:t>
            </a:r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>
        <a:defRPr sz="2800" b="1">
          <a:solidFill>
            <a:schemeClr val="tx1"/>
          </a:solidFill>
          <a:latin typeface="+mj-lt"/>
        </a:defRPr>
      </a:lvl1pPr>
    </p:titleStyle>
    <p:bodyStyle>
      <a:lvl1pPr>
        <a:defRPr sz="1800">
          <a:solidFill>
            <a:schemeClr val="tx1"/>
          </a:solidFill>
          <a:latin typeface="+mn-lt"/>
        </a:defRPr>
      </a:lvl1pPr>
    </p:bodyStyle>
    <p:otherStyle>
      <a:defPPr>
        <a:defRPr lang="en-US"/>
      </a:defPPr>
    </p:otherStyle>
  </p:txStyles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Resolution-independent slides</a:t>
            </a:r>
          </a:p>
        </p:txBody>
      </p:sp>
      <p:sp>
        <p:nvSpPr>
          <p:cNvPr id="3" name="Body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"/>
              <a:buChar char="▪"/>
            </a:pPr>
            <a:r>
              <a:rPr lang="en-US"/>
              <a:t>First bullet from the sldr body (- item -&gt; buChar)</a:t>
            </a:r>
          </a:p>
          <a:p>
            <a:pPr marL="285750" indent="-285750">
              <a:buFont typeface="Arial"/>
              <a:buChar char="▪"/>
            </a:pPr>
            <a:r>
              <a:rPr lang="en-US"/>
              <a:t>Second bullet, editable in PowerPoint</a:t>
            </a:r>
          </a:p>
          <a:p>
            <a:pPr marL="0" indent="0">
              <a:buNone/>
            </a:pPr>
            <a:r>
              <a:rPr lang="en-US"/>
              <a:t>A plain paragraph (buNone) — no bullet, on purpose.</a:t>
            </a:r>
          </a:p>
        </p:txBody>
      </p:sp>
    </p:spTree>
  </p:cSld>
</p:sld>
</file>

<file path=ppt/theme/theme1.xml><?xml version="1.0" encoding="utf-8"?>
<a:theme xmlns:a="http://schemas.openxmlformats.org/drawingml/2006/main" name="sldr demo">
  <a:themeElements>
    <a:clrScheme name="sldr">
      <a:dk1>
        <a:srgbClr val="0F172A"/>
      </a:dk1>
      <a:lt1>
        <a:srgbClr val="FFFFFF"/>
      </a:lt1>
      <a:dk2>
        <a:srgbClr val="0F172A"/>
      </a:dk2>
      <a:lt2>
        <a:srgbClr val="E2E8F0"/>
      </a:lt2>
      <a:accent1>
        <a:srgbClr val="3B82F6"/>
      </a:accent1>
      <a:accent2>
        <a:srgbClr val="F59E0B"/>
      </a:accent2>
      <a:accent3>
        <a:srgbClr val="E2E8F0"/>
      </a:accent3>
      <a:accent4>
        <a:srgbClr val="94A3B8"/>
      </a:accent4>
      <a:accent5>
        <a:srgbClr val="3B82F6"/>
      </a:accent5>
      <a:accent6>
        <a:srgbClr val="F59E0B"/>
      </a:accent6>
      <a:hlink>
        <a:srgbClr val="3B82F6"/>
      </a:hlink>
      <a:folHlink>
        <a:srgbClr val="94A3B8"/>
      </a:folHlink>
    </a:clrScheme>
    <a:fontScheme name="sldr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sldr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sldr</Application>
</Properties>
</file>

<file path=docProps/core.xml><?xml version="1.0" encoding="utf-8"?>
<cp:coreProperties xmlns:cp="http://schemas.openxmlformats.org/package/2006/metadata/core-properties" xmlns:dc="http://purl.org/dc/elements/1.1/">
  <dc:title>sldr PPTX spike</dc:title>
  <dc:creator>sldr</dc:creator>
</cp:coreProperties>
</file>